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4191000" cy="419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500" y="3810000"/>
            <a:ext cx="3619500" cy="304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857458" y="2472332"/>
            <a:ext cx="877341" cy="21922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3312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6200">
                    <a:alpha val="9000"/>
                  </a:srgbClr>
                </a:solidFill>
                <a:latin typeface="Calibri"/>
              </a:rPr>
              <a:t>CREDIBILITY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0377" y="2893069"/>
            <a:ext cx="854422" cy="21922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3312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6200">
                    <a:alpha val="9000"/>
                  </a:srgbClr>
                </a:solidFill>
                <a:latin typeface="Calibri"/>
              </a:rPr>
              <a:t>RELIABILITY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59776" y="3313807"/>
            <a:ext cx="1375023" cy="21922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3312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6200">
                    <a:alpha val="9000"/>
                  </a:srgbClr>
                </a:solidFill>
                <a:latin typeface="Calibri"/>
              </a:rPr>
              <a:t>REFERENCEABILITY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23785" y="3734544"/>
            <a:ext cx="1211014" cy="21922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3312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6200">
                    <a:alpha val="9000"/>
                  </a:srgbClr>
                </a:solidFill>
                <a:latin typeface="Calibri"/>
              </a:rPr>
              <a:t>CE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30656" y="4155281"/>
            <a:ext cx="1004143" cy="21922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3312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6200">
                    <a:alpha val="9000"/>
                  </a:srgbClr>
                </a:solidFill>
                <a:latin typeface="Calibri"/>
              </a:rPr>
              <a:t>CLIENT TRUST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06347" y="4914900"/>
            <a:ext cx="1390352" cy="1371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2"/>
              </a:lnSpc>
              <a:spcBef>
                <a:spcPts val="0"/>
              </a:spcBef>
              <a:spcAft>
                <a:spcPts val="0"/>
              </a:spcAft>
            </a:pPr>
            <a:r>
              <a:rPr sz="10800" b="1" i="0">
                <a:solidFill>
                  <a:srgbClr val="FF6200">
                    <a:alpha val="6000"/>
                  </a:srgbClr>
                </a:solidFill>
                <a:latin typeface="Calibri"/>
              </a:rPr>
              <a:t>03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0466" y="0"/>
            <a:ext cx="1028700" cy="6858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92891" y="342900"/>
            <a:ext cx="695325" cy="2476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116716" y="400888"/>
            <a:ext cx="456158" cy="13167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FFFFF">
                    <a:alpha val="30000"/>
                  </a:srgbClr>
                </a:solidFill>
                <a:latin typeface="Calibri"/>
              </a:rPr>
              <a:t>INTERNAL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1867941"/>
            <a:ext cx="2905125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2439441"/>
            <a:ext cx="762000" cy="476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3942308"/>
            <a:ext cx="6438900" cy="2857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6775" y="1963191"/>
            <a:ext cx="128587" cy="1143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90612" y="1945360"/>
            <a:ext cx="2325439" cy="1499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1"/>
              </a:lnSpc>
              <a:spcBef>
                <a:spcPts val="0"/>
              </a:spcBef>
              <a:spcAft>
                <a:spcPts val="0"/>
              </a:spcAft>
            </a:pPr>
            <a:r>
              <a:rPr sz="984" b="1" i="0">
                <a:solidFill>
                  <a:srgbClr val="FF6200"/>
                </a:solidFill>
                <a:latin typeface="Calibri"/>
              </a:rPr>
              <a:t>ENGAGEMENT EXCELLENCE PROGRAM  ·  EEP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708999"/>
            <a:ext cx="4001839" cy="4800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effectLst>
                  <a:outerShdw blurRad="114300" dist="26940" dir="2700000" algn="ctr" rotWithShape="0">
                    <a:srgbClr val="000000">
                      <a:alpha val="40000"/>
                    </a:srgbClr>
                  </a:outerShdw>
                </a:effectLst>
                <a:latin typeface="Calibri"/>
              </a:rPr>
              <a:t>THE CE FRAMEWORK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188970"/>
            <a:ext cx="1590228" cy="4800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6200"/>
                </a:solidFill>
                <a:effectLst>
                  <a:outerShdw blurRad="114300" dist="26940" dir="2700000" algn="ctr" rotWithShape="0">
                    <a:srgbClr val="000000">
                      <a:alpha val="40000"/>
                    </a:srgbClr>
                  </a:outerShdw>
                </a:effectLst>
                <a:latin typeface="Calibri"/>
              </a:rPr>
              <a:t>APPLIED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970883"/>
            <a:ext cx="293623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From Delivery to Strategic Partnership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4570958"/>
            <a:ext cx="4391025" cy="4191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5325" y="4580483"/>
            <a:ext cx="1590675" cy="4000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86297" y="4580483"/>
            <a:ext cx="1371600" cy="4000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4875" y="4715767"/>
            <a:ext cx="145702" cy="12948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495847" y="4715767"/>
            <a:ext cx="129480" cy="12948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69531" y="4715767"/>
            <a:ext cx="113407" cy="1294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145827" y="4696383"/>
            <a:ext cx="921394" cy="16824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</a:pPr>
            <a:r>
              <a:rPr sz="1104" b="1" i="0">
                <a:solidFill>
                  <a:srgbClr val="E0E0E0"/>
                </a:solidFill>
                <a:latin typeface="Calibri"/>
              </a:rPr>
              <a:t>MODULE 3 OF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20578" y="4696383"/>
            <a:ext cx="720328" cy="16824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</a:pPr>
            <a:r>
              <a:rPr sz="1104" b="1" i="0">
                <a:solidFill>
                  <a:srgbClr val="E0E0E0"/>
                </a:solidFill>
                <a:latin typeface="Calibri"/>
              </a:rPr>
              <a:t>60 MINUTES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78188" y="4696383"/>
            <a:ext cx="785514" cy="16824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</a:pPr>
            <a:r>
              <a:rPr sz="1104" b="1" i="0">
                <a:solidFill>
                  <a:srgbClr val="E0E0E0"/>
                </a:solidFill>
                <a:latin typeface="Calibri"/>
              </a:rPr>
              <a:t>MIKE GARCIA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505689"/>
            <a:ext cx="1237589" cy="14317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FFFFFF">
                    <a:alpha val="35000"/>
                  </a:srgbClr>
                </a:solidFill>
                <a:latin typeface="Calibri"/>
              </a:rPr>
              <a:t>AUTHOR: </a:t>
            </a:r>
            <a:r>
              <a:rPr sz="936" b="1" i="0">
                <a:solidFill>
                  <a:srgbClr val="FFFFFF">
                    <a:alpha val="55000"/>
                  </a:srgbClr>
                </a:solidFill>
                <a:latin typeface="Calibri"/>
              </a:rPr>
              <a:t>MIKE GARCIA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0" y="6810375"/>
            <a:ext cx="4057650" cy="4762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064049" y="6810375"/>
            <a:ext cx="1354633" cy="4762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418683" y="6810375"/>
            <a:ext cx="6773316" cy="476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