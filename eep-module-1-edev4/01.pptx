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191000" cy="419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7500" y="3810000"/>
            <a:ext cx="3619500" cy="3048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66635" y="2608942"/>
            <a:ext cx="1153864" cy="426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FFFFF"/>
                </a:solidFill>
                <a:latin typeface="Calibri"/>
              </a:rPr>
              <a:t>EDEV4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07712" y="3207082"/>
            <a:ext cx="1112787" cy="426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FFFFF"/>
                </a:solidFill>
                <a:latin typeface="Calibri"/>
              </a:rPr>
              <a:t>CEEDS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0726" y="3805222"/>
            <a:ext cx="2949773" cy="4267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359" b="1" i="0">
                <a:solidFill>
                  <a:srgbClr val="FFFFFF"/>
                </a:solidFill>
                <a:latin typeface="Calibri"/>
              </a:rPr>
              <a:t>CE FRAMEWORK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04800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45046" y="395477"/>
            <a:ext cx="100458" cy="23774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72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351829"/>
            <a:ext cx="820638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>
                    <a:alpha val="50000"/>
                  </a:srgbClr>
                </a:solidFill>
                <a:latin typeface="Calibri"/>
              </a:rPr>
              <a:t>MODULE 1 OF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514350"/>
            <a:ext cx="188416" cy="152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79"/>
              </a:lnSpc>
              <a:spcBef>
                <a:spcPts val="0"/>
              </a:spcBef>
              <a:spcAft>
                <a:spcPts val="0"/>
              </a:spcAft>
            </a:pPr>
            <a:r>
              <a:rPr sz="984" b="1" i="0">
                <a:solidFill>
                  <a:srgbClr val="FFFFFF">
                    <a:alpha val="75000"/>
                  </a:srgbClr>
                </a:solidFill>
                <a:latin typeface="Calibri"/>
              </a:rPr>
              <a:t>EEP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40789" y="304800"/>
            <a:ext cx="771525" cy="257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83664" y="362064"/>
            <a:ext cx="49396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>
                    <a:alpha val="35000"/>
                  </a:srgbClr>
                </a:solidFill>
                <a:latin typeface="Calibri"/>
              </a:rPr>
              <a:t>INTERNAL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2149524"/>
            <a:ext cx="457200" cy="381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813125"/>
            <a:ext cx="548640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5800" y="4441775"/>
            <a:ext cx="914400" cy="3333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3378" y="4441775"/>
            <a:ext cx="1219200" cy="3333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210073" y="4441775"/>
            <a:ext cx="1076325" cy="3333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" y="4539853"/>
            <a:ext cx="154334" cy="137219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5303" y="4539853"/>
            <a:ext cx="137070" cy="137219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371998" y="4539853"/>
            <a:ext cx="119955" cy="13721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57300" y="2082849"/>
            <a:ext cx="2306389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ENGAGEMENT EXCELLENCE PROGRAM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516999"/>
            <a:ext cx="3431232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FOUNDATIONS 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010662"/>
            <a:ext cx="5154959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6200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ENGAGEMENT EXCELLENCE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925" y="3841700"/>
            <a:ext cx="4193976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CCCCC"/>
                </a:solidFill>
                <a:latin typeface="Calibri"/>
              </a:rPr>
              <a:t>EDEv4 Component Deck — Facilitator &amp; Learner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259" y="4527995"/>
            <a:ext cx="362694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EDEV4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68574" y="4527995"/>
            <a:ext cx="689074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90 MINUTES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8154" y="4527995"/>
            <a:ext cx="557658" cy="16093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67"/>
              </a:lnSpc>
              <a:spcBef>
                <a:spcPts val="0"/>
              </a:spcBef>
              <a:spcAft>
                <a:spcPts val="0"/>
              </a:spcAft>
            </a:pPr>
            <a:r>
              <a:rPr sz="1056" b="1" i="0">
                <a:solidFill>
                  <a:srgbClr val="FFFFFF"/>
                </a:solidFill>
                <a:latin typeface="Calibri"/>
              </a:rPr>
              <a:t>INTERNAL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800" y="6429375"/>
            <a:ext cx="76200" cy="762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95350" y="6385179"/>
            <a:ext cx="2640900" cy="2115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1296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FFFFFF">
                    <a:alpha val="45000"/>
                  </a:srgbClr>
                </a:solidFill>
                <a:latin typeface="Calibri"/>
              </a:rPr>
              <a:t>Author: </a:t>
            </a:r>
            <a:r>
              <a:rPr sz="1080" b="1" i="0">
                <a:solidFill>
                  <a:srgbClr val="FFFFFF">
                    <a:alpha val="65000"/>
                  </a:srgbClr>
                </a:solidFill>
                <a:latin typeface="Calibri"/>
              </a:rPr>
              <a:t>Mike Garcia</a:t>
            </a:r>
            <a:r>
              <a:rPr sz="1080" b="0" i="0">
                <a:solidFill>
                  <a:srgbClr val="FFFFFF">
                    <a:alpha val="45000"/>
                  </a:srgbClr>
                </a:solidFill>
                <a:latin typeface="Calibri"/>
              </a:rPr>
              <a:t>  ·  Avanade  ·  June 2026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10375"/>
            <a:ext cx="3657600" cy="4762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0" y="6810375"/>
            <a:ext cx="1219200" cy="4762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76800" y="6810375"/>
            <a:ext cx="7315200" cy="476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