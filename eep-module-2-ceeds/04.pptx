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267200" cy="38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1114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6791" y="630882"/>
            <a:ext cx="157162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8716" y="718542"/>
            <a:ext cx="129480" cy="129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323850"/>
            <a:ext cx="127828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CEEDS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27494"/>
            <a:ext cx="4200078" cy="4023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FFFFFF"/>
                </a:solidFill>
                <a:latin typeface="Calibri"/>
              </a:rPr>
              <a:t>The Five Operating Motions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396" y="716607"/>
            <a:ext cx="104417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CCCCC"/>
                </a:solidFill>
                <a:latin typeface="Calibri"/>
              </a:rPr>
              <a:t>RECURRING PRACTICE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4476750"/>
            <a:ext cx="11620500" cy="1314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" y="4893171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059" y="5018930"/>
            <a:ext cx="167580" cy="1675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85900" y="4917132"/>
            <a:ext cx="99432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OPERATING PRINCIPLE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5115222"/>
            <a:ext cx="10111786" cy="2421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FFFFF"/>
                </a:solidFill>
                <a:latin typeface="Calibri"/>
              </a:rPr>
              <a:t>These five motions translate </a:t>
            </a:r>
            <a:r>
              <a:rPr sz="1080" b="1" i="0">
                <a:solidFill>
                  <a:srgbClr val="FF6200"/>
                </a:solidFill>
                <a:latin typeface="Calibri"/>
              </a:rPr>
              <a:t>CEEDS commitments into recurring practice</a:t>
            </a:r>
            <a:r>
              <a:rPr sz="1080" b="0" i="0">
                <a:solidFill>
                  <a:srgbClr val="FFFFFF"/>
                </a:solidFill>
                <a:latin typeface="Calibri"/>
              </a:rPr>
              <a:t> — not one-time events, but sustained operating rhythms that keep teams calibrated and accountable.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650" y="2881312"/>
            <a:ext cx="10172700" cy="285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775" y="2733675"/>
            <a:ext cx="10458450" cy="3143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750" y="3737967"/>
            <a:ext cx="1952625" cy="723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53579" y="3367201"/>
            <a:ext cx="780752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WEEKLY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800" y="3509779"/>
            <a:ext cx="392310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509" y="3852267"/>
            <a:ext cx="1815043" cy="5091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Diagnostic session focused on what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the client is experiencing — not a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status report.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6325" y="2305050"/>
            <a:ext cx="1143000" cy="1143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01080" y="2767012"/>
            <a:ext cx="28575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96355" y="2481262"/>
            <a:ext cx="209550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75978" y="2521148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92772" y="3737967"/>
            <a:ext cx="1952625" cy="723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2796" y="3367201"/>
            <a:ext cx="614362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5636" y="3509779"/>
            <a:ext cx="408682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KICKOFF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98601" y="3852267"/>
            <a:ext cx="1650253" cy="487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Outcome Owner named and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communicated in writing before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delivery begins.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05175" y="2305050"/>
            <a:ext cx="1143000" cy="11430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27102" y="2767012"/>
            <a:ext cx="28575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22377" y="2481262"/>
            <a:ext cx="209550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02000" y="2521148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8794" y="3737967"/>
            <a:ext cx="1952625" cy="7239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44033" y="3367201"/>
            <a:ext cx="503783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PER-ISSUE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3521" y="3509779"/>
            <a:ext cx="1084957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OWNER ASSIGNMENT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1371" y="3852267"/>
            <a:ext cx="1780553" cy="487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Every open issue has a named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owner and a committed resolution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date.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24500" y="2305050"/>
            <a:ext cx="1143000" cy="11430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81700" y="2767012"/>
            <a:ext cx="228600" cy="2286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2481262"/>
            <a:ext cx="209550" cy="2095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28023" y="2521148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44816" y="3737967"/>
            <a:ext cx="1952625" cy="7239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060680" y="3367201"/>
            <a:ext cx="522684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BI-WEEKLY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4033" y="3509779"/>
            <a:ext cx="675977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CEES SESSION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6216" y="3852267"/>
            <a:ext cx="1576826" cy="487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Scenario-based practice — the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program's primary learning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mechanism.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67625" y="2219325"/>
            <a:ext cx="1314450" cy="13144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79147" y="2767012"/>
            <a:ext cx="285750" cy="2286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74422" y="2481262"/>
            <a:ext cx="209550" cy="2095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554045" y="2521148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0839" y="3737967"/>
            <a:ext cx="1952625" cy="7239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258573" y="3367201"/>
            <a:ext cx="578643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QUARTERLY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01696" y="3509779"/>
            <a:ext cx="1092547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FRAMEWORK 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47646" y="3852267"/>
            <a:ext cx="1710038" cy="520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Evaluates whether signal streams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remain calibrated to current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engagement reality.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82200" y="2305050"/>
            <a:ext cx="1143000" cy="11430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33744" y="2767012"/>
            <a:ext cx="228600" cy="2286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00444" y="2481262"/>
            <a:ext cx="209550" cy="20955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780067" y="2521148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