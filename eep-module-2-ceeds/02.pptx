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76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580" y="239779"/>
            <a:ext cx="2954833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What Is CEEDS?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6175" y="539055"/>
            <a:ext cx="155852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974" b="1" i="0">
                <a:solidFill>
                  <a:srgbClr val="FF6200">
                    <a:alpha val="65000"/>
                  </a:srgbClr>
                </a:solidFill>
                <a:latin typeface="Calibri"/>
              </a:rPr>
              <a:t>MODULE 2 · EEP FRAMEWORK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5482679"/>
            <a:ext cx="11087100" cy="638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580" y="1623268"/>
            <a:ext cx="10783564" cy="90923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FFFFFF"/>
                </a:solidFill>
                <a:latin typeface="Calibri"/>
              </a:rPr>
              <a:t>CEEDS — the Customer Engagement Excellence Delivery Standard</a:t>
            </a:r>
            <a:r>
              <a:rPr sz="1411" b="0" i="0">
                <a:solidFill>
                  <a:srgbClr val="CCCCCC"/>
                </a:solidFill>
                <a:latin typeface="Calibri"/>
              </a:rPr>
              <a:t> — is the team-level operating framework of the EEP. Where EDEv4 governs</a:t>
            </a:r>
            <a:r>
              <a:rPr sz="1411" b="0" i="0">
                <a:solidFill>
                  <a:srgbClr val="CCCCCC"/>
                </a:solidFill>
                <a:latin typeface="Calibri"/>
              </a:rPr>
              <a:t> what happens at the engagement level, CEEDS governs how the team operates day-to-day as a cultural and organizational unit, establishing the</a:t>
            </a:r>
            <a:r>
              <a:rPr sz="1411" b="0" i="0">
                <a:solidFill>
                  <a:srgbClr val="CCCCCC"/>
                </a:solidFill>
                <a:latin typeface="Calibri"/>
              </a:rPr>
              <a:t> norms, commitments, and learning rhythms that allow EDEv4 to function reliably across a portfolio.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735" y="5591175"/>
            <a:ext cx="11103842" cy="4115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</a:pPr>
            <a:r>
              <a:rPr sz="1243" b="1" i="0">
                <a:solidFill>
                  <a:srgbClr val="FF6200"/>
                </a:solidFill>
                <a:latin typeface="Calibri"/>
              </a:rPr>
              <a:t>Key Insight:</a:t>
            </a:r>
            <a:r>
              <a:rPr sz="1243" b="1" i="0">
                <a:solidFill>
                  <a:srgbClr val="FFFFFF"/>
                </a:solidFill>
                <a:latin typeface="Calibri"/>
              </a:rPr>
              <a:t> CEEDS makes EDEv4 function reliably across a portfolio — not heroically on isolated engagements. It is the difference between individual excellence and</a:t>
            </a:r>
            <a:r>
              <a:rPr sz="1243" b="1" i="0">
                <a:solidFill>
                  <a:srgbClr val="FFFFFF"/>
                </a:solidFill>
                <a:latin typeface="Calibri"/>
              </a:rPr>
              <a:t> systemic team performance.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2555230"/>
            <a:ext cx="5362575" cy="1390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0" y="2555230"/>
            <a:ext cx="5362575" cy="1390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3954214"/>
            <a:ext cx="5362575" cy="1390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0" y="3954214"/>
            <a:ext cx="5362575" cy="139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580" y="2669530"/>
            <a:ext cx="52819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01 ·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580" y="2838576"/>
            <a:ext cx="2825799" cy="2432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Team-Level Operating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580" y="3144291"/>
            <a:ext cx="5360133" cy="8457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CEEDS governs daily team behavior — not individual engagement mechanics. It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defines how a team operates as a cultural and organizational unit, setting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shared norms and commitments that persist across every client engagement.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521" y="2669530"/>
            <a:ext cx="73238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02 ·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521" y="2838576"/>
            <a:ext cx="3355478" cy="2432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Translates EDEv4 Into Recurring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521" y="3144291"/>
            <a:ext cx="5098922" cy="813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CEEDS is the learning and reinforcement architecture of the EEP. It converts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EDEv4 principles into teachable, scenario-based learning experiences that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teams can practice, repeat, and internalize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580" y="4068514"/>
            <a:ext cx="78983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03 ·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580" y="4237560"/>
            <a:ext cx="3095625" cy="2432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Four Pillars + Five Operating Motions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580" y="4543276"/>
            <a:ext cx="5290998" cy="7873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The framework is organized around four foundational pillars — explicit trade-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offs the team commits to — and five operating motions that define how those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commitments are enacted in day-to-day delivery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521" y="4068514"/>
            <a:ext cx="84980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04 · 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521" y="4237560"/>
            <a:ext cx="3694062" cy="2432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FFFFFF"/>
                </a:solidFill>
                <a:latin typeface="Calibri"/>
              </a:rPr>
              <a:t>CEES Sessions: The Primary Learning Vehicle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521" y="4543276"/>
            <a:ext cx="5367951" cy="7912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CEES Sessions are the structured, recurring team meetings where CEEDS comes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to life. They serve as the primary mechanism for calibration, scenario practice,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and reinforcement of engagement excellence standards.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