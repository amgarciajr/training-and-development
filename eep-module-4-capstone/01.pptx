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4000500" cy="400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0" y="4095750"/>
            <a:ext cx="3333750" cy="2762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6566" y="0"/>
            <a:ext cx="990600" cy="6858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1841" y="0"/>
            <a:ext cx="981075" cy="685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67318" y="2767905"/>
            <a:ext cx="453181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FFFFF">
                    <a:alpha val="7000"/>
                  </a:srgbClr>
                </a:solidFill>
                <a:latin typeface="Calibri"/>
              </a:rPr>
              <a:t>EDEV4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3391" y="3136552"/>
            <a:ext cx="43710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FFFFF">
                    <a:alpha val="7000"/>
                  </a:srgbClr>
                </a:solidFill>
                <a:latin typeface="Calibri"/>
              </a:rPr>
              <a:t>CEEDS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1873" y="3505200"/>
            <a:ext cx="1158626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FFFFF">
                    <a:alpha val="7000"/>
                  </a:srgbClr>
                </a:solidFill>
                <a:latin typeface="Calibri"/>
              </a:rPr>
              <a:t>CE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17360" y="3873847"/>
            <a:ext cx="1303139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FFFFF">
                    <a:alpha val="7000"/>
                  </a:srgbClr>
                </a:solidFill>
                <a:latin typeface="Calibri"/>
              </a:rPr>
              <a:t>GOVERNANCE APP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1451669"/>
            <a:ext cx="762000" cy="476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3853606"/>
            <a:ext cx="5715000" cy="723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2000" y="2254627"/>
            <a:ext cx="2135981" cy="4800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effectLst>
                  <a:outerShdw blurRad="114300" dist="26940" dir="2700000" algn="ctr" rotWithShape="0">
                    <a:srgbClr val="000000">
                      <a:alpha val="40000"/>
                    </a:srgbClr>
                  </a:outerShdw>
                </a:effectLst>
                <a:latin typeface="Calibri"/>
              </a:rPr>
              <a:t>ADVANCED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2734597"/>
            <a:ext cx="2614463" cy="4800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6200"/>
                </a:solidFill>
                <a:effectLst>
                  <a:outerShdw blurRad="114300" dist="26940" dir="2700000" algn="ctr" rotWithShape="0">
                    <a:srgbClr val="000000">
                      <a:alpha val="40000"/>
                    </a:srgbClr>
                  </a:outerShdw>
                </a:effectLst>
                <a:latin typeface="Calibri"/>
              </a:rPr>
              <a:t>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214568"/>
            <a:ext cx="2249685" cy="4800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effectLst>
                  <a:outerShdw blurRad="114300" dist="26940" dir="2700000" algn="ctr" rotWithShape="0">
                    <a:srgbClr val="000000">
                      <a:alpha val="40000"/>
                    </a:srgbClr>
                  </a:outerShdw>
                </a:effectLst>
                <a:latin typeface="Calibri"/>
              </a:rPr>
              <a:t>&amp; MASTERY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025" y="3856273"/>
            <a:ext cx="5796834" cy="7185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sz="2340" b="0" i="0">
                <a:solidFill>
                  <a:srgbClr val="CCCCCC"/>
                </a:solidFill>
                <a:latin typeface="Calibri"/>
              </a:rPr>
              <a:t>LEADING ENGAGEMENT EXCELLENCE ACROSS</a:t>
            </a:r>
            <a:r>
              <a:rPr sz="2340" b="0" i="0">
                <a:solidFill>
                  <a:srgbClr val="CCCCCC"/>
                </a:solidFill>
                <a:latin typeface="Calibri"/>
              </a:rPr>
              <a:t> TEAMS &amp; ORGANIZATIONS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0752" y="1765994"/>
            <a:ext cx="2238375" cy="2857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33450" y="1823144"/>
            <a:ext cx="1827758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FFFFFF"/>
                </a:solidFill>
                <a:latin typeface="Calibri"/>
              </a:rPr>
              <a:t>CAPSTONE COMPONENT DECK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4920406"/>
            <a:ext cx="5343525" cy="4857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0125" y="5090814"/>
            <a:ext cx="162817" cy="144809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91072" y="5090814"/>
            <a:ext cx="126652" cy="144809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95911" y="5090814"/>
            <a:ext cx="126652" cy="14480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39142" y="5067282"/>
            <a:ext cx="994196" cy="2039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CCCCCC"/>
                </a:solidFill>
                <a:latin typeface="Calibri"/>
              </a:rPr>
              <a:t>Program: </a:t>
            </a:r>
            <a:r>
              <a:rPr sz="1260" b="1" i="0">
                <a:solidFill>
                  <a:srgbClr val="FFFFFF"/>
                </a:solidFill>
                <a:latin typeface="Calibri"/>
              </a:rPr>
              <a:t>EEP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93925" y="5067282"/>
            <a:ext cx="1457754" cy="2202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CCCCCC"/>
                </a:solidFill>
                <a:latin typeface="Calibri"/>
              </a:rPr>
              <a:t>Author: </a:t>
            </a:r>
            <a:r>
              <a:rPr sz="1260" b="1" i="0">
                <a:solidFill>
                  <a:srgbClr val="FFFFFF"/>
                </a:solidFill>
                <a:latin typeface="Calibri"/>
              </a:rPr>
              <a:t>Mike Garcia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98764" y="5067282"/>
            <a:ext cx="1595258" cy="2542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CCCCCC"/>
                </a:solidFill>
                <a:latin typeface="Calibri"/>
              </a:rPr>
              <a:t>Classification: </a:t>
            </a:r>
            <a:r>
              <a:rPr sz="1260" b="1" i="0">
                <a:solidFill>
                  <a:srgbClr val="FFFFFF"/>
                </a:solidFill>
                <a:latin typeface="Calibri"/>
              </a:rPr>
              <a:t>Internal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95470" y="342900"/>
            <a:ext cx="1419225" cy="2952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338345" y="412813"/>
            <a:ext cx="1139279" cy="1554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FFFFF">
                    <a:alpha val="50000"/>
                  </a:srgbClr>
                </a:solidFill>
                <a:latin typeface="Calibri"/>
              </a:rPr>
              <a:t>EEP · MODULE 4 OF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93275" y="6347079"/>
            <a:ext cx="1127224" cy="16459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>
                    <a:alpha val="45000"/>
                  </a:srgbClr>
                </a:solidFill>
                <a:latin typeface="Calibri"/>
              </a:rPr>
              <a:t>THE FINAL MODULE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134600" y="6419850"/>
            <a:ext cx="266700" cy="190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6800850"/>
            <a:ext cx="3657600" cy="571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657600" y="6800850"/>
            <a:ext cx="1219200" cy="571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876800" y="6800850"/>
            <a:ext cx="1219200" cy="571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96000" y="6800850"/>
            <a:ext cx="6096000" cy="57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