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48357"/>
            <a:ext cx="533400" cy="38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7924"/>
            <a:ext cx="4734966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Mastery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5275"/>
            <a:ext cx="1923603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>
                    <a:alpha val="90000"/>
                  </a:srgbClr>
                </a:solidFill>
                <a:latin typeface="Calibri"/>
              </a:rPr>
              <a:t>EEP MODULE 4 · MASTERY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70248"/>
            <a:ext cx="576604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CCCCCC">
                    <a:alpha val="85000"/>
                  </a:srgbClr>
                </a:solidFill>
                <a:latin typeface="Calibri"/>
              </a:rPr>
              <a:t>Mastery is a behavioral state — the EEP standard operates without reference to the standard.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06910"/>
            <a:ext cx="5553075" cy="1114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70" y="3127771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870" y="3264842"/>
            <a:ext cx="228451" cy="1829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351" y="3107447"/>
            <a:ext cx="1159519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Signal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351" y="3395216"/>
            <a:ext cx="4315141" cy="4428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EEP signal vocabulary is natural speech, not a framework consciously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applied during delivery conversations.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8775" y="2905125"/>
            <a:ext cx="571500" cy="571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790" y="2906910"/>
            <a:ext cx="5553075" cy="11144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1160" y="3127771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8380" y="3264842"/>
            <a:ext cx="182760" cy="1829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55941" y="3107447"/>
            <a:ext cx="1193006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Ownership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41" y="3395216"/>
            <a:ext cx="4534350" cy="4174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Practitioners identify and close ownership gaps proactively, before being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asked or prompted by leadership.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2905125"/>
            <a:ext cx="571500" cy="571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92637"/>
            <a:ext cx="5553075" cy="11144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70" y="4413498"/>
            <a:ext cx="457200" cy="457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101" y="4550568"/>
            <a:ext cx="159990" cy="1829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3351" y="4393174"/>
            <a:ext cx="815429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Three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351" y="4680942"/>
            <a:ext cx="4472113" cy="4313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Communications pass the Three Tests automatically, without deliberate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step-by-step application of the model.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8775" y="4191000"/>
            <a:ext cx="571500" cy="571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790" y="4192637"/>
            <a:ext cx="5553075" cy="11144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1160" y="4413498"/>
            <a:ext cx="457200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5460" y="4550568"/>
            <a:ext cx="228451" cy="1829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55941" y="4393174"/>
            <a:ext cx="1301799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Trust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5941" y="4680942"/>
            <a:ext cx="4612223" cy="418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164" b="0" i="0">
                <a:solidFill>
                  <a:srgbClr val="CCCCCC"/>
                </a:solidFill>
                <a:latin typeface="Calibri"/>
              </a:rPr>
              <a:t>Trust-building moments are designed into engagement plans from kickoff,</a:t>
            </a:r>
            <a:r>
              <a:rPr sz="1164" b="0" i="0">
                <a:solidFill>
                  <a:srgbClr val="CCCCCC"/>
                </a:solidFill>
                <a:latin typeface="Calibri"/>
              </a:rPr>
              <a:t> not added reactively mid-engagement.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419100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