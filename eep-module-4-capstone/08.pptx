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751" y="334119"/>
            <a:ext cx="182880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560" y="224599"/>
            <a:ext cx="9234041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Module 4 Summary — The Complete EEP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5331" y="396924"/>
            <a:ext cx="150152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924" b="1" i="0">
                <a:solidFill>
                  <a:srgbClr val="FFFFFF"/>
                </a:solidFill>
                <a:latin typeface="Calibri"/>
              </a:rPr>
              <a:t>CONCLUSION · MODULE 4 OF 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429000"/>
            <a:ext cx="2981325" cy="2076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3429000"/>
            <a:ext cx="2981325" cy="2076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6450" y="3429000"/>
            <a:ext cx="2981325" cy="2076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8675" y="3429000"/>
            <a:ext cx="2981325" cy="2076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85392" y="4134760"/>
            <a:ext cx="134391" cy="265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FF6200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573" y="4448695"/>
            <a:ext cx="574178" cy="1638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443" y="4679156"/>
            <a:ext cx="1615362" cy="3456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One integrated system — four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components, one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7617" y="4215128"/>
            <a:ext cx="134391" cy="265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CC4E0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085" y="4529062"/>
            <a:ext cx="837455" cy="1638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357" y="4759523"/>
            <a:ext cx="15290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EDEv4 · CEEDS · CE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3240" y="4134760"/>
            <a:ext cx="527595" cy="265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E87030"/>
                </a:solidFill>
                <a:latin typeface="Calibri"/>
              </a:rPr>
              <a:t>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1539" y="4448695"/>
            <a:ext cx="591145" cy="1638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722" y="4679156"/>
            <a:ext cx="1976213" cy="382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The certification standard — what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practitioners do, not what they know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0782" y="4134760"/>
            <a:ext cx="697110" cy="265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FF8C42"/>
                </a:solidFill>
                <a:latin typeface="Calibri"/>
              </a:rPr>
              <a:t>Garcia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6998" y="4448695"/>
            <a:ext cx="764678" cy="1638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MIKE GARCIA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4601" y="4679156"/>
            <a:ext cx="1597733" cy="3426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4" b="0" i="0">
                <a:solidFill>
                  <a:srgbClr val="CCCCCC"/>
                </a:solidFill>
                <a:latin typeface="Calibri"/>
              </a:rPr>
              <a:t>Author &amp; Architect — original</a:t>
            </a:r>
            <a:r>
              <a:rPr sz="974" b="0" i="0">
                <a:solidFill>
                  <a:srgbClr val="CCCCCC"/>
                </a:solidFill>
                <a:latin typeface="Calibri"/>
              </a:rPr>
              <a:t> frameworks,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6178" y="5370016"/>
            <a:ext cx="113615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EEP Program Charter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3307" y="5370016"/>
            <a:ext cx="609600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Version 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3882" y="5370016"/>
            <a:ext cx="55006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4926" y="5370016"/>
            <a:ext cx="240089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Built on original frameworks by Mike Garcia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9179" y="1939230"/>
            <a:ext cx="8588226" cy="12868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3163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Mastery is not a certification level — it is a </a:t>
            </a:r>
            <a:r>
              <a:rPr sz="2592" b="1" i="1">
                <a:solidFill>
                  <a:srgbClr val="FF6200"/>
                </a:solidFill>
                <a:latin typeface="Calibri"/>
              </a:rPr>
              <a:t>behavioral state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.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The program certifies what practitioners do in the field, 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not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what they know in the room.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9299" y="3284785"/>
            <a:ext cx="387325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Mike Garcia  ·  EEP Director Narrative  ·  Version 1.0, June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9250" y="1664940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9178" y="2734121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4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1190" y="3884562"/>
            <a:ext cx="222944" cy="19809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3415" y="3964930"/>
            <a:ext cx="222944" cy="19809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3287" y="3884562"/>
            <a:ext cx="247650" cy="19809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0217" y="3884562"/>
            <a:ext cx="198090" cy="19809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88532" y="5445323"/>
            <a:ext cx="28575" cy="285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9107" y="5445323"/>
            <a:ext cx="28575" cy="285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151" y="5445323"/>
            <a:ext cx="28575" cy="285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