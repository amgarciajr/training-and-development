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0005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4000500"/>
            <a:ext cx="3810000" cy="285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0" y="0"/>
            <a:ext cx="40005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381250"/>
            <a:ext cx="2095500" cy="2095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42759" y="2036712"/>
            <a:ext cx="268590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// identity.policy.enforce()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2759" y="2324695"/>
            <a:ext cx="2302222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if (identity.verified)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2759" y="2612677"/>
            <a:ext cx="249406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  access.grant(zeroTrust);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2759" y="2900660"/>
            <a:ext cx="201438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  mfa.require(FIDO2);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2759" y="3188642"/>
            <a:ext cx="258990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  privilege.scope(minimal);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2759" y="3476625"/>
            <a:ext cx="76750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} else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2759" y="3764607"/>
            <a:ext cx="153486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  access.deny();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2759" y="4052589"/>
            <a:ext cx="201438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  alert.trigger(SOC);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2759" y="4340572"/>
            <a:ext cx="9599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2759" y="4628554"/>
            <a:ext cx="287774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// breach.probability -= 0.80;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57150" cy="6858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1621482"/>
            <a:ext cx="5638800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2183308"/>
            <a:ext cx="762000" cy="476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3556694"/>
            <a:ext cx="5638800" cy="4381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0125" y="1704230"/>
            <a:ext cx="106709" cy="1218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98215" y="1687526"/>
            <a:ext cx="1753344" cy="1554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6200"/>
                </a:solidFill>
                <a:latin typeface="Calibri"/>
              </a:rPr>
              <a:t>IMPLEMENTATION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466141"/>
            <a:ext cx="1816149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90500" dist="19050" dir="54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969031"/>
            <a:ext cx="331589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effectLst>
                  <a:outerShdw blurRad="190500" dist="19050" dir="54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MODERNIZATION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3594794"/>
            <a:ext cx="5652126" cy="6058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340" b="1" i="0">
                <a:solidFill>
                  <a:srgbClr val="FFFFFF"/>
                </a:solidFill>
                <a:latin typeface="Calibri"/>
              </a:rPr>
              <a:t>Identity-First.</a:t>
            </a:r>
            <a:r>
              <a:rPr sz="2340" b="0" i="0">
                <a:solidFill>
                  <a:srgbClr val="D1D5DB"/>
                </a:solidFill>
                <a:latin typeface="Calibri"/>
              </a:rPr>
              <a:t>  Zero Trust.  Enterprise-Grade.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4337595"/>
            <a:ext cx="2066925" cy="3524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305" y="4451895"/>
            <a:ext cx="161925" cy="1294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8610" y="4434339"/>
            <a:ext cx="1582872" cy="1882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D1D5DB"/>
                </a:solidFill>
                <a:latin typeface="Calibri"/>
              </a:rPr>
              <a:t>Developed by </a:t>
            </a:r>
            <a:r>
              <a:rPr sz="1080" b="1" i="0">
                <a:solidFill>
                  <a:srgbClr val="FFFFFF"/>
                </a:solidFill>
                <a:latin typeface="Calibri"/>
              </a:rPr>
              <a:t>Mike Garcia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96666" y="4337595"/>
            <a:ext cx="1190625" cy="3524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73772" y="4451895"/>
            <a:ext cx="113407" cy="1294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478559" y="4434339"/>
            <a:ext cx="632221" cy="1645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Version 1.0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70648" y="4337595"/>
            <a:ext cx="1123950" cy="3524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47753" y="4451895"/>
            <a:ext cx="113407" cy="1294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852541" y="4434339"/>
            <a:ext cx="570458" cy="1645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" y="4878437"/>
            <a:ext cx="2705100" cy="3524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5305" y="4992737"/>
            <a:ext cx="97184" cy="1294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03870" y="4975181"/>
            <a:ext cx="2170955" cy="1645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D1D5DB"/>
                </a:solidFill>
                <a:latin typeface="Calibri"/>
              </a:rPr>
              <a:t>Real-world enterprise delivery patterns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9367" y="304914"/>
            <a:ext cx="605432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FFFFFF">
                    <a:alpha val="30000"/>
                  </a:srgbClr>
                </a:solidFill>
                <a:latin typeface="Calibri"/>
              </a:rPr>
              <a:t>VERSION 1.0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18366" y="447789"/>
            <a:ext cx="516433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FFFFFF">
                    <a:alpha val="30000"/>
                  </a:srgbClr>
                </a:solidFill>
                <a:latin typeface="Calibri"/>
              </a:rPr>
              <a:t>JUNE 2026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6668" y="6462712"/>
            <a:ext cx="100012" cy="1143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952880" y="6448539"/>
            <a:ext cx="1781919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FFFFFF">
                    <a:alpha val="35000"/>
                  </a:srgbClr>
                </a:solidFill>
                <a:latin typeface="Calibri"/>
              </a:rPr>
              <a:t>INTERNAL / DELIVERY CONFIDENTIAL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810375"/>
            <a:ext cx="4057650" cy="476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64049" y="6810375"/>
            <a:ext cx="1354633" cy="476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18683" y="6810375"/>
            <a:ext cx="6773316" cy="47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