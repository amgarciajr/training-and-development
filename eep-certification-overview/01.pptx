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0005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0" y="4476750"/>
            <a:ext cx="3333750" cy="2381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1735" y="0"/>
            <a:ext cx="1019175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066" y="257175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65680" y="2699766"/>
            <a:ext cx="155823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6200"/>
                </a:solidFill>
                <a:latin typeface="Calibri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5616" y="2681478"/>
            <a:ext cx="1214883" cy="2377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Calibri"/>
              </a:rPr>
              <a:t>PRACTITIONER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066" y="32004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65680" y="3328416"/>
            <a:ext cx="155823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6200"/>
                </a:solidFill>
                <a:latin typeface="Calibri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5616" y="3310128"/>
            <a:ext cx="422969" cy="2377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Calibri"/>
              </a:rPr>
              <a:t>LEAD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5066" y="382905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65680" y="3957066"/>
            <a:ext cx="155823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6200"/>
                </a:solidFill>
                <a:latin typeface="Calibri"/>
              </a:rP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616" y="3938778"/>
            <a:ext cx="721221" cy="2377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Calibri"/>
              </a:rPr>
              <a:t>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7102" y="304800"/>
            <a:ext cx="194339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52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>
                    <a:alpha val="25000"/>
                  </a:srgbClr>
                </a:solidFill>
                <a:latin typeface="Calibri"/>
              </a:rPr>
              <a:t>ENGAGEMENT EXCELLENCE PROGRAM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654671"/>
            <a:ext cx="762000" cy="476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007096"/>
            <a:ext cx="54864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163169"/>
            <a:ext cx="548640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860280"/>
            <a:ext cx="1228725" cy="3429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33587" y="4860280"/>
            <a:ext cx="1114425" cy="3429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64098" y="4860280"/>
            <a:ext cx="1200150" cy="3429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85543" y="4860280"/>
            <a:ext cx="1495425" cy="3429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2094755"/>
            <a:ext cx="129480" cy="12948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725" y="4963120"/>
            <a:ext cx="119955" cy="13721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95512" y="4963120"/>
            <a:ext cx="119955" cy="13721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26023" y="4963120"/>
            <a:ext cx="154334" cy="137219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47468" y="4963120"/>
            <a:ext cx="102840" cy="13721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2455" y="2073771"/>
            <a:ext cx="2163365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EEP · CERTIFICATION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533828"/>
            <a:ext cx="3632596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EEP CERTIFICATION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013799"/>
            <a:ext cx="2688133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PATH &amp;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493770"/>
            <a:ext cx="1422796" cy="4800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RUBRIC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185" y="4165836"/>
            <a:ext cx="3513980" cy="3566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sz="2340" b="0" i="0">
                <a:solidFill>
                  <a:srgbClr val="CCCCCC"/>
                </a:solidFill>
                <a:latin typeface="Calibri"/>
              </a:rPr>
              <a:t>Practitioner  ·  Lead  ·  Trainer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3880" y="4946005"/>
            <a:ext cx="713482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Mike Garcia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1667" y="4946005"/>
            <a:ext cx="596205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June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6558" y="4946005"/>
            <a:ext cx="652760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Version 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6508" y="4946005"/>
            <a:ext cx="998487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CCCCC"/>
                </a:solidFill>
                <a:latin typeface="Calibri"/>
              </a:rPr>
              <a:t>Avanade Internal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439" y="6432613"/>
            <a:ext cx="1059060" cy="1554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>
                    <a:alpha val="35000"/>
                  </a:srgbClr>
                </a:solidFill>
                <a:latin typeface="Calibri"/>
              </a:rPr>
              <a:t>v1.0 — June 6, 2026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810375"/>
            <a:ext cx="4057650" cy="476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64049" y="6810375"/>
            <a:ext cx="1354633" cy="476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18683" y="6810375"/>
            <a:ext cx="6773316" cy="47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